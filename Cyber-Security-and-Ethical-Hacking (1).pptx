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Merriweather" panose="00000500000000000000" pitchFamily="2" charset="0"/>
      <p:regular r:id="rId16"/>
    </p:embeddedFont>
    <p:embeddedFont>
      <p:font typeface="Merriweather Bold" panose="020B0604020202020204" charset="0"/>
      <p:regular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969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778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3318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6577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802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098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0936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2874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1607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8914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918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5673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281359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3104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8273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650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202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47655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01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C2ED2E-38DC-4B91-8574-69C767D9BDD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6DB04-9143-4A62-A464-196EC18B97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712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858268"/>
            <a:ext cx="6180181" cy="1285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Cyber Security &amp; Ethical Hacking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291700" y="3452217"/>
            <a:ext cx="6180181" cy="154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Internship Presentation · August–September 2026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Mukesh Bhandari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· Roll No. CS-2341752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IILM University, School of Computer Science &amp;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3512"/>
            <a:ext cx="10752067" cy="44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Internship Overview &amp;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19814" y="1269702"/>
            <a:ext cx="3530115" cy="214809"/>
          </a:xfrm>
          <a:prstGeom prst="roundRect">
            <a:avLst>
              <a:gd name="adj" fmla="val 22119"/>
            </a:avLst>
          </a:prstGeom>
          <a:solidFill>
            <a:srgbClr val="001D4D"/>
          </a:solidFill>
          <a:ln/>
        </p:spPr>
      </p:sp>
      <p:sp>
        <p:nvSpPr>
          <p:cNvPr id="4" name="Text 2"/>
          <p:cNvSpPr/>
          <p:nvPr/>
        </p:nvSpPr>
        <p:spPr>
          <a:xfrm>
            <a:off x="804644" y="1312069"/>
            <a:ext cx="3970040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DOMAIN: CYBERSECURITY &amp; VULNERABILITY ASSESSMENT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1593850"/>
            <a:ext cx="10752067" cy="8484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2492" y="1885454"/>
            <a:ext cx="212025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01628" y="1754287"/>
            <a:ext cx="990982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Fundamentals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01628" y="2033488"/>
            <a:ext cx="9909820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Cybersecurity &amp; ethical hacking concepts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2539405"/>
            <a:ext cx="10752067" cy="8484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2492" y="2831009"/>
            <a:ext cx="212025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01628" y="2699841"/>
            <a:ext cx="990982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Kali Linux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401628" y="2979043"/>
            <a:ext cx="9909820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Linux commands &amp; security OS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3484959"/>
            <a:ext cx="10752067" cy="8484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2492" y="3776563"/>
            <a:ext cx="212025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01628" y="3645396"/>
            <a:ext cx="990982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Network Scanning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401628" y="3924598"/>
            <a:ext cx="9909820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Nmap port &amp; service scanning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430514"/>
            <a:ext cx="10752067" cy="8484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2492" y="4722118"/>
            <a:ext cx="212025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01628" y="4590951"/>
            <a:ext cx="990982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Vulnerability Assessment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01628" y="4870152"/>
            <a:ext cx="9909820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Controlled lab vulnerability analysis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5376069"/>
            <a:ext cx="10752067" cy="8484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2492" y="5667673"/>
            <a:ext cx="212025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401628" y="5536505"/>
            <a:ext cx="990982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Research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401628" y="5815707"/>
            <a:ext cx="9909820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Threat intelligence &amp; research tools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5893"/>
            <a:ext cx="10752067" cy="411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&amp; Technologies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749822"/>
            <a:ext cx="6876283" cy="389661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23907" y="1269206"/>
            <a:ext cx="3554224" cy="739378"/>
          </a:xfrm>
          <a:prstGeom prst="roundRect">
            <a:avLst>
              <a:gd name="adj" fmla="val 748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62016" y="1407319"/>
            <a:ext cx="32780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Kali Linux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62016" y="1697534"/>
            <a:ext cx="327800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testing 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23907" y="2092920"/>
            <a:ext cx="3554224" cy="739378"/>
          </a:xfrm>
          <a:prstGeom prst="roundRect">
            <a:avLst>
              <a:gd name="adj" fmla="val 748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62016" y="2231033"/>
            <a:ext cx="32780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VMware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62016" y="2521248"/>
            <a:ext cx="327800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Virtual lab environment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23907" y="2916634"/>
            <a:ext cx="3554224" cy="739378"/>
          </a:xfrm>
          <a:prstGeom prst="roundRect">
            <a:avLst>
              <a:gd name="adj" fmla="val 748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62016" y="3054747"/>
            <a:ext cx="32780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Nmap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62016" y="3344962"/>
            <a:ext cx="327800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Port &amp; service scanning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23907" y="3740348"/>
            <a:ext cx="3554224" cy="739378"/>
          </a:xfrm>
          <a:prstGeom prst="roundRect">
            <a:avLst>
              <a:gd name="adj" fmla="val 748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2016" y="3878461"/>
            <a:ext cx="32780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Metasploitable 2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62016" y="4168676"/>
            <a:ext cx="327800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Vulnerable lab system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23907" y="4564062"/>
            <a:ext cx="3554224" cy="739378"/>
          </a:xfrm>
          <a:prstGeom prst="roundRect">
            <a:avLst>
              <a:gd name="adj" fmla="val 748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62016" y="4702175"/>
            <a:ext cx="32780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VirusTotal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62016" y="4992390"/>
            <a:ext cx="327800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analysis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23907" y="5387777"/>
            <a:ext cx="3554224" cy="739378"/>
          </a:xfrm>
          <a:prstGeom prst="roundRect">
            <a:avLst>
              <a:gd name="adj" fmla="val 748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62016" y="5525889"/>
            <a:ext cx="32780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Exploit DB &amp; Shodan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62016" y="5816104"/>
            <a:ext cx="327800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Vulnerability &amp; device research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Methodology &amp; Learning Outcomes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989707"/>
            <a:ext cx="10752067" cy="4838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9447" y="1161588"/>
            <a:ext cx="1881593" cy="29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Lab Setup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39447" y="1535072"/>
            <a:ext cx="1881593" cy="523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Provision isolated, authorized environment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200363" y="4877696"/>
            <a:ext cx="1891931" cy="29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Linux Practice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00363" y="5251181"/>
            <a:ext cx="1891931" cy="348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Hands-on command line and admin tasks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601" y="1212635"/>
            <a:ext cx="1881593" cy="29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Nmap Scanning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40601" y="1586120"/>
            <a:ext cx="1881593" cy="348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 hosts and open services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01517" y="4645076"/>
            <a:ext cx="1881592" cy="581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Vuln Assessment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01517" y="5309336"/>
            <a:ext cx="1881592" cy="523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 and prioritize security issues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9814" y="5886053"/>
            <a:ext cx="1136165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structured, hands-on approach from environment setup through to professional documentation.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9814" y="6067326"/>
            <a:ext cx="10752067" cy="272455"/>
          </a:xfrm>
          <a:prstGeom prst="roundRect">
            <a:avLst>
              <a:gd name="adj" fmla="val 15854"/>
            </a:avLst>
          </a:prstGeom>
          <a:solidFill>
            <a:srgbClr val="00318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02" y="6144419"/>
            <a:ext cx="128485" cy="102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3875" y="6144419"/>
            <a:ext cx="1092480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 practical activities were performed in </a:t>
            </a:r>
            <a:r>
              <a:rPr lang="en-US" sz="8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authorized and isolated laboratory environments</a:t>
            </a:r>
            <a:r>
              <a:rPr lang="en-US" sz="8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46" y="-93784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574377"/>
            <a:ext cx="6180181" cy="1265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Future Scope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5291700" y="2138759"/>
            <a:ext cx="618018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Hands-on exposure to cybersecurity, ethical hacking, and vulnerability assessment — bridging theory and practice.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700" y="3005832"/>
            <a:ext cx="404902" cy="404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5733" y="3075384"/>
            <a:ext cx="5526148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SOC &amp; SIEM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5945733" y="3511252"/>
            <a:ext cx="552614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Operations, log analysis &amp; threat detection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700" y="4231283"/>
            <a:ext cx="404902" cy="4049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5733" y="4300835"/>
            <a:ext cx="5526148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Incident Response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5945733" y="4736703"/>
            <a:ext cx="552614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EDR, endpoint security &amp; response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1700" y="5456734"/>
            <a:ext cx="404902" cy="404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5733" y="5526286"/>
            <a:ext cx="5526148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Threat Intelligence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5945733" y="5962154"/>
            <a:ext cx="552614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Network monitoring &amp; threat intelligence</a:t>
            </a:r>
            <a:endParaRPr lang="en-US" sz="15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218</Words>
  <Application>Microsoft Office PowerPoint</Application>
  <PresentationFormat>Widescreen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Century Gothic</vt:lpstr>
      <vt:lpstr>Calibri</vt:lpstr>
      <vt:lpstr>Wingdings 3</vt:lpstr>
      <vt:lpstr>Merriweather</vt:lpstr>
      <vt:lpstr>Merriweather Bold</vt:lpstr>
      <vt:lpstr>Arial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Mukesh Bhandari</cp:lastModifiedBy>
  <cp:revision>2</cp:revision>
  <dcterms:created xsi:type="dcterms:W3CDTF">2026-09-30T14:40:24Z</dcterms:created>
  <dcterms:modified xsi:type="dcterms:W3CDTF">2026-09-30T14:42:36Z</dcterms:modified>
</cp:coreProperties>
</file>